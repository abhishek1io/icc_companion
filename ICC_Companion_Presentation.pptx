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AE6FD"/>
                </a:solidFill>
                <a:latin typeface="Segoe UI"/>
              </a:defRPr>
            </a:pPr>
            <a:r>
              <a:t>Final Year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ICC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AE6FD"/>
                </a:solidFill>
                <a:latin typeface="Segoe UI"/>
              </a:defRPr>
            </a:pPr>
            <a:r>
              <a:t>A Web-Based Student Portal &amp; College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200400"/>
            <a:ext cx="5760720" cy="16459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6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  <a:latin typeface="Segoe UI"/>
              </a:defRPr>
            </a:pPr>
            <a:r>
              <a:t>SUBMITTED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Abhishek Sharma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977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UT-231-049-0004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3C5FD"/>
                </a:solidFill>
                <a:latin typeface="Segoe UI"/>
              </a:defRPr>
            </a:pPr>
            <a:r>
              <a:t>GUIDED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Manas Chakraborty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Dept. of BCA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AE6FD"/>
                </a:solidFill>
                <a:latin typeface="Segoe UI"/>
              </a:defRPr>
            </a:pPr>
            <a:r>
              <a:t>ICON Commerce College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ICC Companion is a web-based student portal built for ICON Commerce College. It digitizes daily academic operations — from attendance tracking to resource sharing — into a single unified platform for students, teachers, and administrators.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Replace manual, paper-based processes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83863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with a real-time digital system that improves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2160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transparency and efficiency.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2860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80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Target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461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Students (BCA, BBA, BA, B.Com),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83863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Faculty members who manage classes,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2160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and College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3C5FD"/>
                </a:solidFill>
                <a:latin typeface="Segoe UI"/>
              </a:defRPr>
            </a:pPr>
            <a:r>
              <a:t>Existing System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Attendance tracked via paper registers — prone to errors and delays.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21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Important notices shared through WhatsApp groups — easily missed.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No centralized place for study materials, syllabus, or question papers.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950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Students unaware of their attendance percentage until semester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029200" cy="274320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Problem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"To design and develop a secure, user-friendly web portal that automates attendance tracking, centralizes academic resources, and provides real-time analytics for students and faculty at ICON Commerce College."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Proposed System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ICC Companion provides the following core features across Student, Admin, and Principal portals: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Attendance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Subject-wise real-time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26663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with 75% threshold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474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Resource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7889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Upload &amp; download syllabus, notes,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026663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books filtered by dept &amp; semester.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828800"/>
            <a:ext cx="34747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Exam Schedules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889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View sessional and final exam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026663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timetables with room details.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26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Class Routines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Department-wise weekly 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297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routine PDFs by administrators.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931920"/>
            <a:ext cx="34747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59" y="39319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4526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Lost &amp; Found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Report lost items or post found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51297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items with claim status tracking.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3931920"/>
            <a:ext cx="34747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0" y="39319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526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Announcements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Priority-based notices targeted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12978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by department and semester.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931920"/>
            <a:ext cx="34747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System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👨‍🎓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Student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7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Login with Roll Number &amp; DOB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780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View subject-wise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157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Download notes &amp;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5351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View exam timetables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91255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Check class routines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899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Browse announcements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66743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Report/view lost &amp; found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28016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👨‍🏫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1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Admin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4027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3 roles: Faculty · HOD ·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780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Secure username/password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157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Mark daily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95351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Manage students &amp;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191255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HOD: Full department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42899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Principal: System-wide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28016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87451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Principal (Super Admin)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24027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All HOD &amp; Faculty privileges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4780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Add / Edit / Delete faculty 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7157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Manage departments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95351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Manage exams, routines, announcements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191255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Assign subjects to faculty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42899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Full CRUD over all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898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Technologies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69848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9280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HTML5, CSS3 (Custom Properties, Flexbox, Grid), JavaScript (ES6)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39"/>
            <a:ext cx="106984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39572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PHP (Server-side scripting via XAMPP Apache)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1069848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98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98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MySQL (managed through phpMyAdmin via XAMPP)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106984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Local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015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XAMPP (Apache + MySQL + PHP bundle)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1069848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0448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0448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Mobile-first responsive layout, CSS variables for theming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The application follows a 3-Tier Architecture (Client → Server → Database).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25603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🖥️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HTML · CSS · 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011680"/>
            <a:ext cx="256032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⚙️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PHP · XAMPP Apache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011680"/>
            <a:ext cx="25603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🗄️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MySQL · phpMyAdmin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Segoe UI"/>
              </a:defRPr>
            </a:pPr>
            <a:r>
              <a:t>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Segoe UI"/>
              </a:defRPr>
            </a:pPr>
            <a:r>
              <a:t>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→  Client: Responsive web pages served to any browser (mobile or desktop).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→  Server: PHP handles authentication, CRUD operations, and file uploads.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→  Database: MySQL stores students, attendance, resources, announcements, and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The campus_portal database contains 11 normalized tables with foreign key constraints + 1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departments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dept_id · dept_code · dept_name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student_id · roll_number · name · dob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admins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admin_id · username · password ·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7373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subjects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subject_id · code · name · dept · sem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id · roll_number(FK) · subject_id(FK)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108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id · title · type · file_url · dept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108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announcements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id · title · priority · target_dept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108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exams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520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id · subject_id(FK) · date · room · type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805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72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exam_schedules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id · type (sessional/final) · file_url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44805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4572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class_routines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id · title · file_url · dept · semester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4805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572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lost_found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id · title · category · type · 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44805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4572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attendance_summary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892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VIEW — pre-computed percentages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Security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Role-Based Access: Students, Faculty, HOD, and Principal each have separate permissions.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Session Management: PHP sessions to maintain login state and prevent unauthorized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Input Validation: Server-side validation on all forms to prevent SQL injection and XSS.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Secure File Uploads: File type and size restrictions on PDF and image uploads.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Password Protection: Admin credentials stored securely in the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Student Auth: Login via Roll Number + Date of Birth — no complex passwords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→  Unique Constraints: Database-level enforcement to prevent duplicate attendance entries.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Tested individual modules — login validation, attendance percentage calculation, PDF upload handling, and CRUD operations on all 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Integration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9659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Verified end-to-end flows: admin marks attendance → database updates → student dashboard reflects the change instantly.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474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UI / Responsive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Tested across Chrome, Firefox, and mobile browsers. Ensured all pages render correctly on phones, tablets, and desktops.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474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6576" cy="3200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Requires active internet/network connection.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Currently runs on a local XAMPP server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No email or SMS notification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1206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36576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Deploy to a live web server for remote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Online fee payment gateway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Email notifications for announcements.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•  Automated end-of-semester report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ICC Companion successfully digitizes the academic workflow at ICON Commerce College — replacing manual attendance registers, scattered WhatsApp notices, and disorganized resources with a single, transparent, real-time platform for students, faculty, and administrators.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AE6FD"/>
                </a:solidFill>
                <a:latin typeface="Segoe UI"/>
              </a:defRPr>
            </a:pPr>
            <a:r>
              <a:t>Open for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ICC Companion  ·  ICON Commerce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