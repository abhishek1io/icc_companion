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3.svg" ContentType="image/svg+xml"/>
  <Override PartName="/ppt/media/image-10-5.svg" ContentType="image/svg+xml"/>
  <Override PartName="/ppt/media/image-10-7.svg" ContentType="image/svg+xml"/>
  <Override PartName="/ppt/media/image-11-3.svg" ContentType="image/svg+xml"/>
  <Override PartName="/ppt/media/image-11-5.svg" ContentType="image/svg+xml"/>
  <Override PartName="/ppt/media/image-2-3.svg" ContentType="image/svg+xml"/>
  <Override PartName="/ppt/media/image-2-5.svg" ContentType="image/svg+xml"/>
  <Override PartName="/ppt/media/image-4-10.svg" ContentType="image/svg+xml"/>
  <Override PartName="/ppt/media/image-4-12.svg" ContentType="image/svg+xml"/>
  <Override PartName="/ppt/media/image-4-2.svg" ContentType="image/svg+xml"/>
  <Override PartName="/ppt/media/image-4-4.svg" ContentType="image/svg+xml"/>
  <Override PartName="/ppt/media/image-4-6.svg" ContentType="image/svg+xml"/>
  <Override PartName="/ppt/media/image-4-8.svg" ContentType="image/svg+xml"/>
  <Override PartName="/ppt/media/image-5-2.svg" ContentType="image/svg+xml"/>
  <Override PartName="/ppt/media/image-5-4.svg" ContentType="image/svg+xml"/>
  <Override PartName="/ppt/media/image-5-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Source Sans 3"/>
      <p:regular r:id="rId23"/>
    </p:embeddedFont>
    <p:embeddedFont>
      <p:font typeface="Source Sans 3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7349" y="621625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2346127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ICC Companion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63798" y="3146108"/>
            <a:ext cx="7416403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Web-Based Student Portal &amp; College Management System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3798" y="4217551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Submitted By:</a:t>
            </a:r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Abhishek Sharma (UT-231-049-0004)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3798" y="4865370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Guided By:</a:t>
            </a:r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Manas Chakraborty, Dept. of BCA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3798" y="5513189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ICON Commerce College · 2026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49" y="621625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0198" y="735806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6350198" y="1807250"/>
            <a:ext cx="7416403" cy="2719864"/>
          </a:xfrm>
          <a:prstGeom prst="roundRect">
            <a:avLst>
              <a:gd name="adj" fmla="val 1361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6597015" y="2054066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0612" y="2257663"/>
            <a:ext cx="333137" cy="3331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97015" y="304133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597015" y="3539966"/>
            <a:ext cx="692277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 manual, paper-based processes with real-time digital system for transparency and efficiency.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350198" y="4773930"/>
            <a:ext cx="7416403" cy="2719864"/>
          </a:xfrm>
          <a:prstGeom prst="roundRect">
            <a:avLst>
              <a:gd name="adj" fmla="val 1361"/>
            </a:avLst>
          </a:prstGeom>
          <a:solidFill>
            <a:srgbClr val="F2EEEE"/>
          </a:solidFill>
          <a:ln/>
        </p:spPr>
      </p:sp>
      <p:sp>
        <p:nvSpPr>
          <p:cNvPr id="11" name="Shape 7"/>
          <p:cNvSpPr/>
          <p:nvPr/>
        </p:nvSpPr>
        <p:spPr>
          <a:xfrm>
            <a:off x="6597015" y="5020747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0612" y="5224343"/>
            <a:ext cx="333137" cy="3331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97015" y="600801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 Users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597015" y="6506647"/>
            <a:ext cx="692277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(BCA, BBA, BA, B.Com), Faculty managing classes, and College administrators.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7349" y="621625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1688663"/>
            <a:ext cx="576834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63798" y="3006923"/>
            <a:ext cx="333220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Existing System Issues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3798" y="3604379"/>
            <a:ext cx="3407093" cy="285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Paper registers — errors and delays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Notices via WhatsApp — easily missed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centralized resource hub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real-time attendance visibility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880729" y="300692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Definition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80729" y="3604379"/>
            <a:ext cx="3407093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"Design and develop a secure, user-friendly web portal that automates attendance tracking, centralizes academic resources, and provides real-time analytics for students and faculty."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355" y="626150"/>
            <a:ext cx="7700367" cy="60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Proposed System &amp; Objectives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2355" y="1593294"/>
            <a:ext cx="530185" cy="530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2355" y="2351246"/>
            <a:ext cx="264771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Attendance Tracking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42355" y="2761893"/>
            <a:ext cx="6458903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Subject-wise real-time attendance with color-coded bars and 75% threshold alerts.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024" y="1593294"/>
            <a:ext cx="530185" cy="5301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9024" y="2351246"/>
            <a:ext cx="241042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Resource Library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429024" y="2761893"/>
            <a:ext cx="6459022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Upload &amp; download syllabus, notes, books — filtered by department &amp; semester.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355" y="3718203"/>
            <a:ext cx="530185" cy="5301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355" y="4476155"/>
            <a:ext cx="241042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 Schedules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42355" y="4886801"/>
            <a:ext cx="6458903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sessional and final exam timetables with subject, date, time, room details.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9024" y="3718203"/>
            <a:ext cx="530185" cy="5301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9024" y="4476155"/>
            <a:ext cx="241042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 Routines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7429024" y="4886801"/>
            <a:ext cx="6459022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Department-wise weekly class routine PDFs uploaded and managed by administrators.</a:t>
            </a:r>
            <a:endParaRPr lang="en-US" sz="16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355" y="5843111"/>
            <a:ext cx="530185" cy="53018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2355" y="6601063"/>
            <a:ext cx="241042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Lost &amp; Found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742355" y="7011710"/>
            <a:ext cx="6458903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Report lost items or post found items with category, location, claim status tracking.</a:t>
            </a:r>
            <a:endParaRPr lang="en-US" sz="16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9024" y="5843111"/>
            <a:ext cx="530185" cy="53018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9024" y="6601063"/>
            <a:ext cx="241042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Announcements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7429024" y="7011710"/>
            <a:ext cx="6459022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Priority-based notices (High/Medium/Low) targeted by department and semester.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2404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Modules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118955"/>
            <a:ext cx="4136350" cy="5186601"/>
          </a:xfrm>
          <a:prstGeom prst="roundRect">
            <a:avLst>
              <a:gd name="adj" fmla="val 8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78" y="2149435"/>
            <a:ext cx="4075390" cy="740450"/>
          </a:xfrm>
          <a:prstGeom prst="roundRect">
            <a:avLst>
              <a:gd name="adj" fmla="val 61"/>
            </a:avLst>
          </a:prstGeom>
          <a:solidFill>
            <a:srgbClr val="F2EE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6891" y="2334578"/>
            <a:ext cx="370165" cy="370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1095" y="313670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 Portal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1095" y="3635335"/>
            <a:ext cx="3581757" cy="310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Login with Roll Number &amp; DOB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subject-wise attendance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Download notes &amp; resources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exam timetables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 class routines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 announcements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Report/view lost &amp; found items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6965" y="2118955"/>
            <a:ext cx="4136350" cy="5186601"/>
          </a:xfrm>
          <a:prstGeom prst="roundRect">
            <a:avLst>
              <a:gd name="adj" fmla="val 8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77445" y="2149435"/>
            <a:ext cx="4075390" cy="740450"/>
          </a:xfrm>
          <a:prstGeom prst="roundRect">
            <a:avLst>
              <a:gd name="adj" fmla="val 61"/>
            </a:avLst>
          </a:prstGeom>
          <a:solidFill>
            <a:srgbClr val="F2EEE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0058" y="2334578"/>
            <a:ext cx="370165" cy="370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24262" y="313670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Admin Portal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24262" y="3635335"/>
            <a:ext cx="358175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 Roles:</a:t>
            </a:r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Faculty · HOD · Principal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524262" y="4153495"/>
            <a:ext cx="3581757" cy="256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username/password login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 daily attendance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students &amp; resources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HOD: Full department access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Principal: System-wide access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9630132" y="2118955"/>
            <a:ext cx="4136350" cy="5186601"/>
          </a:xfrm>
          <a:prstGeom prst="roundRect">
            <a:avLst>
              <a:gd name="adj" fmla="val 8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60612" y="2149435"/>
            <a:ext cx="4075390" cy="740450"/>
          </a:xfrm>
          <a:prstGeom prst="roundRect">
            <a:avLst>
              <a:gd name="adj" fmla="val 61"/>
            </a:avLst>
          </a:prstGeom>
          <a:solidFill>
            <a:srgbClr val="F2EEE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13225" y="2334578"/>
            <a:ext cx="370165" cy="370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07429" y="3136702"/>
            <a:ext cx="350043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Principal (Super Admin)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907429" y="3635335"/>
            <a:ext cx="3581757" cy="339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HOD &amp; Faculty privileges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Add/Edit/Delete faculty accounts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departments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exams, routines, announcements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Assign subjects to faculty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CRUD over all data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84642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3041333"/>
            <a:ext cx="4136350" cy="173259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110615" y="328814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0615" y="3786783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HTML5, CSS3 (Custom Properties, Flexbox, Grid), JavaScript (ES6)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6965" y="3041333"/>
            <a:ext cx="4136350" cy="173259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493782" y="328814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93782" y="3786783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PHP (Server-side scripting via XAMPP Apache)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30132" y="3041333"/>
            <a:ext cx="4136350" cy="173259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76949" y="328814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6949" y="3786783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(managed through phpMyAdmin via XAMPP)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3798" y="5020747"/>
            <a:ext cx="6327934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10615" y="526756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Local Server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0615" y="5766197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XAMPP (Apache + MySQL + PHP bundle)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549" y="5020747"/>
            <a:ext cx="6327934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685365" y="526756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Design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5365" y="5766197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Mobile-first responsive layout, CSS variables for theming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02400"/>
            <a:ext cx="601860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29731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 follows </a:t>
            </a:r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3-Tier Architecture</a:t>
            </a:r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(Client → Server → Database).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2945130"/>
            <a:ext cx="4300895" cy="9872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0615" y="417921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Presentation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0615" y="4677847"/>
            <a:ext cx="38072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 · CSS · JS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693" y="2945130"/>
            <a:ext cx="4300895" cy="9872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1510" y="417921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411510" y="4677847"/>
            <a:ext cx="38072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PHP · XAMPP Apache</a:t>
            </a:r>
            <a:endParaRPr lang="en-US" sz="1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588" y="2945130"/>
            <a:ext cx="4301014" cy="9872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2404" y="417921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2404" y="4677847"/>
            <a:ext cx="380738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· phpMyAdmin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863798" y="5794534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Client:</a:t>
            </a:r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Responsive web pages served to any browser (mobile or desktop).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5372576" y="5794534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Server:</a:t>
            </a:r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PHP handles authentication, CRUD operations, and file uploads.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9881354" y="5794534"/>
            <a:ext cx="389894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Database:</a:t>
            </a:r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MySQL stores students, attendance, resources, announcements, and more.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3836" y="556855"/>
            <a:ext cx="3769043" cy="47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Design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113836" y="1250752"/>
            <a:ext cx="10402610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campus_portal</a:t>
            </a:r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database contains 11 normalized tables with foreign key constraints + 1 view.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13836" y="1583888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02431" y="1772483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departments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302431" y="2074783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dept_id · dept_code · dept_name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70802" y="1583888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59397" y="1772483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59397" y="2074783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student_id · roll_number · name · dob · dept_code · semester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13836" y="2582585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2431" y="2771180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admins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302431" y="3073479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admin_id · username · password · name · role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70802" y="2582585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9397" y="2771180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subjects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559397" y="3073479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subject_id · subject_code · subject_name · dept_code · semester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13836" y="3581281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2431" y="3769876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attendance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302431" y="4072176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attendance_id · roll_number (FK) · subject_id (FK) · date · status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70802" y="3581281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9397" y="3769876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resources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59397" y="4072176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resource_id · title · type · file_url · dept_code · semester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13836" y="4579977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02431" y="4768572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announcements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302431" y="5070872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announcement_id · title · priority · target_dept · target_semester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70802" y="4579977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59397" y="4768572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559397" y="5070872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exam_id · subject_id (FK) · exam_date · time · room · exam_type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13836" y="5578673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02431" y="5767268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exam_schedules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2302431" y="6069568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schedule_id · schedule_type (sessional/final) · file_url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70802" y="5578673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9397" y="5767268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class_routines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559397" y="6069568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routine_id · title · file_url · dept_code · semester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13836" y="6577370"/>
            <a:ext cx="5145643" cy="1095256"/>
          </a:xfrm>
          <a:prstGeom prst="roundRect">
            <a:avLst>
              <a:gd name="adj" fmla="val 227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02431" y="6765965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lost_found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2302431" y="7068264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item_id · title · category · item_type · location · status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70802" y="6577370"/>
            <a:ext cx="5145643" cy="1095256"/>
          </a:xfrm>
          <a:prstGeom prst="roundRect">
            <a:avLst>
              <a:gd name="adj" fmla="val 227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9397" y="6765965"/>
            <a:ext cx="3030022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student_attendance_summary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7559397" y="7068264"/>
            <a:ext cx="4768453" cy="415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— pre-computed attendance percentages per student per subject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8998" y="596027"/>
            <a:ext cx="4207312" cy="52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Features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508998" y="1399580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2064306" y="1463159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Role-Based Access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064306" y="1809274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Students, Faculty, HOD, and Principal each have separate permissions and restricted views.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508998" y="2329815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2064306" y="2393394"/>
            <a:ext cx="2373154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Session Management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064306" y="2739509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PHP sessions to maintain login state and prevent unauthorized access.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508998" y="3260050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2064306" y="3323630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Input Validation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064306" y="3669744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Server-side validation on all forms to prevent SQL injection and XSS.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508998" y="4190286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2064306" y="4253865"/>
            <a:ext cx="2167295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File Uploads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064306" y="4599980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 type and size restrictions on PDF and image uploads.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508998" y="5120521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2064306" y="5184100"/>
            <a:ext cx="2289691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Password Protection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064306" y="5530215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credentials stored securely in the database.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508998" y="6050756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2064306" y="6114336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 Auth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2064306" y="6460450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Login via Roll Number + Date of Birth — no complex passwords needed.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1508998" y="6980992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2064306" y="7044571"/>
            <a:ext cx="2114312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Unique Constraints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064306" y="7390686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Database-level enforcement to prevent duplicate attendance entries.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836" y="824270"/>
            <a:ext cx="5083850" cy="635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Testing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82836" y="1763673"/>
            <a:ext cx="3687842" cy="3039308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1006435" y="1987272"/>
            <a:ext cx="671036" cy="671036"/>
          </a:xfrm>
          <a:prstGeom prst="roundRect">
            <a:avLst>
              <a:gd name="adj" fmla="val 13625328"/>
            </a:avLst>
          </a:prstGeom>
          <a:solidFill>
            <a:srgbClr val="2D2E3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982" y="2171819"/>
            <a:ext cx="301943" cy="3019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6435" y="2860953"/>
            <a:ext cx="2541865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Unit Testing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006435" y="3300174"/>
            <a:ext cx="3240643" cy="127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Tested individual modules — login validation, attendance percentage calculation, PDF upload handling, and CRUD operations on all tables.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73322" y="1763673"/>
            <a:ext cx="3687842" cy="3039308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/>
        </p:spPr>
      </p:sp>
      <p:sp>
        <p:nvSpPr>
          <p:cNvPr id="10" name="Shape 6"/>
          <p:cNvSpPr/>
          <p:nvPr/>
        </p:nvSpPr>
        <p:spPr>
          <a:xfrm>
            <a:off x="4896922" y="1987272"/>
            <a:ext cx="671036" cy="671036"/>
          </a:xfrm>
          <a:prstGeom prst="roundRect">
            <a:avLst>
              <a:gd name="adj" fmla="val 13625328"/>
            </a:avLst>
          </a:prstGeom>
          <a:solidFill>
            <a:srgbClr val="2D2E3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1468" y="2171819"/>
            <a:ext cx="301943" cy="3019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96922" y="2860953"/>
            <a:ext cx="2541865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Integration Testing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896922" y="3300174"/>
            <a:ext cx="3240643" cy="127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Verified end-to-end flows: admin marks attendance → database updates → student dashboard reflects the change instantly.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82836" y="5005626"/>
            <a:ext cx="7578328" cy="2399705"/>
          </a:xfrm>
          <a:prstGeom prst="roundRect">
            <a:avLst>
              <a:gd name="adj" fmla="val 1398"/>
            </a:avLst>
          </a:prstGeom>
          <a:solidFill>
            <a:srgbClr val="F2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1006435" y="5229225"/>
            <a:ext cx="671036" cy="671036"/>
          </a:xfrm>
          <a:prstGeom prst="roundRect">
            <a:avLst>
              <a:gd name="adj" fmla="val 13625328"/>
            </a:avLst>
          </a:prstGeom>
          <a:solidFill>
            <a:srgbClr val="2D2E3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0982" y="5413772"/>
            <a:ext cx="301943" cy="3019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6435" y="6102906"/>
            <a:ext cx="3097768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 / Responsive Testing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1006435" y="6542127"/>
            <a:ext cx="7131129" cy="63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Tested across Chrome, Firefox, and mobile browsers. Ensured all pages render correctly on phones, tablets, and desktops.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6890" y="690801"/>
            <a:ext cx="7470219" cy="1358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Limitations &amp; Future Scope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836890" y="2396728"/>
            <a:ext cx="7470219" cy="2238256"/>
          </a:xfrm>
          <a:prstGeom prst="roundRect">
            <a:avLst>
              <a:gd name="adj" fmla="val 160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7370" y="2427208"/>
            <a:ext cx="956429" cy="2177296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6217" y="3336488"/>
            <a:ext cx="358616" cy="3586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55376" y="2666286"/>
            <a:ext cx="2766893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Current Limitations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2055376" y="3144798"/>
            <a:ext cx="5982176" cy="122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Requires active internet/network connection.</a:t>
            </a:r>
            <a:endParaRPr lang="en-US" sz="18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Currently runs on a local XAMPP server setup.</a:t>
            </a:r>
            <a:endParaRPr lang="en-US" sz="18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email or SMS notification system.</a:t>
            </a:r>
            <a:endParaRPr lang="en-US" sz="1850" dirty="0"/>
          </a:p>
        </p:txBody>
      </p:sp>
      <p:sp>
        <p:nvSpPr>
          <p:cNvPr id="9" name="Shape 5"/>
          <p:cNvSpPr/>
          <p:nvPr/>
        </p:nvSpPr>
        <p:spPr>
          <a:xfrm>
            <a:off x="836890" y="4866561"/>
            <a:ext cx="7470219" cy="2672120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7370" y="4897041"/>
            <a:ext cx="956429" cy="261116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6217" y="6023253"/>
            <a:ext cx="358616" cy="3586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55376" y="5136118"/>
            <a:ext cx="3175159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Enhancements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2055376" y="5614630"/>
            <a:ext cx="5982176" cy="165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to a live web server for remote access.</a:t>
            </a:r>
            <a:endParaRPr lang="en-US" sz="18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Online fee payment gateway integration.</a:t>
            </a:r>
            <a:endParaRPr lang="en-US" sz="18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notifications for announcements.</a:t>
            </a:r>
            <a:endParaRPr lang="en-US" sz="18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end-of-semester report generation.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792837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1864281"/>
            <a:ext cx="741640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ICC Companion successfully digitizes the academic workflow at ICON Commerce College — replacing manual attendance registers, scattered WhatsApp notices, and disorganized resources with a single, transparent, real-time platform for students, faculty, and administrators.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3715107"/>
            <a:ext cx="7416403" cy="1402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0"/>
              </a:lnSpc>
              <a:buNone/>
            </a:pPr>
            <a:r>
              <a:rPr lang="en-US" sz="8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6" name="Text 3"/>
          <p:cNvSpPr/>
          <p:nvPr/>
        </p:nvSpPr>
        <p:spPr>
          <a:xfrm>
            <a:off x="6350198" y="5487591"/>
            <a:ext cx="4573429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Open for Questions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350198" y="6418659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ICC Companion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350198" y="7066478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ICON Commerce College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2026-04-27T21:09:48Z</dcterms:created>
  <dcterms:modified xsi:type="dcterms:W3CDTF">2026-04-27T21:09:48Z</dcterms:modified>
</cp:coreProperties>
</file>