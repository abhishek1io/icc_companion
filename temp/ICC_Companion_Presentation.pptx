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63EB"/>
            </a:gs>
            <a:gs pos="100000">
              <a:srgbClr val="1D4ED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ICC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Icon Commerce College Campus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Your All-in-One College Management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📋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E293B"/>
                </a:solidFill>
              </a:defRPr>
            </a:pPr>
            <a:r>
              <a:t>A professional web-based management system designed to digitize and simplify campus life for both students and staff.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🎯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2563EB"/>
                </a:solidFill>
              </a:defRPr>
            </a:pPr>
            <a:r>
              <a:t>Mission</a:t>
            </a:r>
          </a:p>
          <a:p>
            <a:pPr algn="ctr"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Streamline academic operations and enhance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292608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⚡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2563EB"/>
                </a:solidFill>
              </a:defRPr>
            </a:pPr>
            <a:r>
              <a:t>Real-Time</a:t>
            </a:r>
          </a:p>
          <a:p>
            <a:pPr algn="ctr"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Instant access to attendance, schedules, and announcements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92608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📱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2563EB"/>
                </a:solidFill>
              </a:defRPr>
            </a:pPr>
            <a:r>
              <a:t>Accessible</a:t>
            </a:r>
          </a:p>
          <a:p>
            <a:pPr algn="ctr"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Responsive design works on all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🛠️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Built with proven and reliable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Frontend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HTML5 &amp; CSS3 - Semantic structure and modern responsive design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Vanilla JavaScript - Dynamic DOM manipulation and async API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2860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Backend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PHP - Server-side logic and API endpoints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MySQL - Relational database management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• Apache - Web server via XAMPP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18288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HTML5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029200"/>
            <a:ext cx="18288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CSS3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029200"/>
            <a:ext cx="18288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JavaScript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577840"/>
            <a:ext cx="18288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5577840"/>
            <a:ext cx="18288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577840"/>
            <a:ext cx="18288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JSON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👨‍🎓 Student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Attendance Tracker - Visual progress bars with automatic eligibility calculations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Exam Timetable - Real-time schedules with countdown timers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Announcements - Centralized feed for college notices and events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Lost &amp; Found Portal - Browse and report lost/found items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Academic Resources - Access to class routines and exam schedules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👩‍💼 Admin Management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Student Information System - Full CRUD operations for student profiles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Smart Attendance Marker - Quick checkbox-based interface for marking attendance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Exam Controller - Manage academic calendar and schedule exams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Global Communications - Post and manage announcements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Lost &amp; Found Manager - Review and manage reported items</a:t>
            </a:r>
          </a:p>
          <a:p>
            <a:pPr>
              <a:spcAft>
                <a:spcPts val="1500"/>
              </a:spcAft>
              <a:defRPr sz="2000">
                <a:solidFill>
                  <a:srgbClr val="1E293B"/>
                </a:solidFill>
              </a:defRPr>
            </a:pPr>
            <a:r>
              <a:t>✓ Dynamic File Manager - Upload and update routines and schedules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B981"/>
            </a:gs>
            <a:gs pos="100000">
              <a:srgbClr val="059669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System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2103120" cy="1371600"/>
          </a:xfrm>
          <a:prstGeom prst="rect">
            <a:avLst/>
          </a:prstGeom>
          <a:solidFill>
            <a:srgbClr val="32C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spcBef>
                <a:spcPts val="500"/>
              </a:spcBef>
              <a:defRPr sz="1800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286000"/>
            <a:ext cx="2103120" cy="1371600"/>
          </a:xfrm>
          <a:prstGeom prst="rect">
            <a:avLst/>
          </a:prstGeom>
          <a:solidFill>
            <a:srgbClr val="32C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52</a:t>
            </a:r>
          </a:p>
          <a:p>
            <a:pPr algn="ctr">
              <a:spcBef>
                <a:spcPts val="500"/>
              </a:spcBef>
              <a:defRPr sz="1800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286000"/>
            <a:ext cx="2103120" cy="1371600"/>
          </a:xfrm>
          <a:prstGeom prst="rect">
            <a:avLst/>
          </a:prstGeom>
          <a:solidFill>
            <a:srgbClr val="32C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9</a:t>
            </a:r>
          </a:p>
          <a:p>
            <a:pPr algn="ctr">
              <a:spcBef>
                <a:spcPts val="500"/>
              </a:spcBef>
              <a:defRPr sz="1800">
                <a:solidFill>
                  <a:srgbClr val="FFFFFF"/>
                </a:solidFill>
              </a:defRPr>
            </a:pPr>
            <a:r>
              <a:t>Database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4114800"/>
            <a:ext cx="2103120" cy="1371600"/>
          </a:xfrm>
          <a:prstGeom prst="rect">
            <a:avLst/>
          </a:prstGeom>
          <a:solidFill>
            <a:srgbClr val="32C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spcBef>
                <a:spcPts val="500"/>
              </a:spcBef>
              <a:defRPr sz="1800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79" y="4114800"/>
            <a:ext cx="2103120" cy="1371600"/>
          </a:xfrm>
          <a:prstGeom prst="rect">
            <a:avLst/>
          </a:prstGeom>
          <a:solidFill>
            <a:srgbClr val="32C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spcBef>
                <a:spcPts val="500"/>
              </a:spcBef>
              <a:defRPr sz="1800">
                <a:solidFill>
                  <a:srgbClr val="FFFFFF"/>
                </a:solidFill>
              </a:defRPr>
            </a:pPr>
            <a:r>
              <a:t>Mobile Responsive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💾 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Highly structured relational database: campus_portal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33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Key Relations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departments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Academic divisions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Parent to subjects, students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Student profiles &amp;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Links to attendance, dept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Daily class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Student + Subject FK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exams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Exam schedules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Subject FK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announcements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System-wide notices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Department targeting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👤 User (Student/Admin)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0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🖥️ Web Interface (HTML/CSS/JS)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0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8055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🔌 API Layer (PHP Endpoints)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19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0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5778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💾 MySQL Database + 📁 File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🔬 Technical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4114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🔒 Security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</a:defRPr>
            </a:pPr>
            <a:r>
              <a:t>Prepared Statements - SQL injection prevention</a:t>
            </a:r>
            <a:br/>
            <a:r>
              <a:t>Session Management - Secure PHP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286000"/>
            <a:ext cx="4114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⚡ Performance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</a:defRPr>
            </a:pPr>
            <a:r>
              <a:t>AJAX/Fetch API - Asynchronous data loading</a:t>
            </a:r>
            <a:br/>
            <a:r>
              <a:t>JSON Exchange - Lightweight data transfer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🎯 Data Integrity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</a:defRPr>
            </a:pPr>
            <a:r>
              <a:t>Database Transactions - ACID properties ensure atomic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📅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Structured 30-day development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4114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Week 1: Foundation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Core architecture, database setup, and authentication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560320"/>
            <a:ext cx="4114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Week 2: Student Experience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Attendance tracker, timetable, and Lost &amp; Found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4114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Week 3: Admin Control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Management tools for students, attendance, and exams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572000"/>
            <a:ext cx="4114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Week 4: Polish &amp; Deploy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Announcement system, UI/UX refinements, and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9E0B"/>
            </a:gs>
            <a:gs pos="100000">
              <a:srgbClr val="D97706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🏆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FFFFFF"/>
                </a:solidFill>
              </a:defRPr>
            </a:pPr>
            <a:r>
              <a:t>✓ Fully functional dual-role system (Student &amp; Admin)</a:t>
            </a:r>
          </a:p>
          <a:p>
            <a:pPr>
              <a:spcAft>
                <a:spcPts val="1500"/>
              </a:spcAft>
              <a:defRPr sz="2200">
                <a:solidFill>
                  <a:srgbClr val="FFFFFF"/>
                </a:solidFill>
              </a:defRPr>
            </a:pPr>
            <a:r>
              <a:t>✓ Real-time attendance tracking with automatic calculations</a:t>
            </a:r>
          </a:p>
          <a:p>
            <a:pPr>
              <a:spcAft>
                <a:spcPts val="1500"/>
              </a:spcAft>
              <a:defRPr sz="2200">
                <a:solidFill>
                  <a:srgbClr val="FFFFFF"/>
                </a:solidFill>
              </a:defRPr>
            </a:pPr>
            <a:r>
              <a:t>✓ Progressive Web App (PWA) with 'Install App' capability</a:t>
            </a:r>
          </a:p>
          <a:p>
            <a:pPr>
              <a:spcAft>
                <a:spcPts val="1500"/>
              </a:spcAft>
              <a:defRPr sz="2200">
                <a:solidFill>
                  <a:srgbClr val="FFFFFF"/>
                </a:solidFill>
              </a:defRPr>
            </a:pPr>
            <a:r>
              <a:t>✓ Mobile-responsive design for all devices</a:t>
            </a:r>
          </a:p>
          <a:p>
            <a:pPr>
              <a:spcAft>
                <a:spcPts val="1500"/>
              </a:spcAft>
              <a:defRPr sz="2200">
                <a:solidFill>
                  <a:srgbClr val="FFFFFF"/>
                </a:solidFill>
              </a:defRPr>
            </a:pPr>
            <a:r>
              <a:t>✓ Complete CRUD operations across all modules</a:t>
            </a:r>
          </a:p>
          <a:p>
            <a:pPr>
              <a:spcAft>
                <a:spcPts val="1500"/>
              </a:spcAft>
              <a:defRPr sz="2200">
                <a:solidFill>
                  <a:srgbClr val="FFFFFF"/>
                </a:solidFill>
              </a:defRPr>
            </a:pPr>
            <a:r>
              <a:t>✓ Professional-grade code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63EB"/>
            </a:gs>
            <a:gs pos="100000">
              <a:srgbClr val="1D4ED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ICC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Icon Commerce College Campus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